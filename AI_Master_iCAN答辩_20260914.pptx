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35E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Master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用"讲解通关"让 AI 学习从"替你说"变成"你真的会"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0" y="6217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iCAN 高校组 · 软件赛道答辩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5E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真实痛点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学习者看完教程，常常还说不清概念，也无法判断自己能否运用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对话：</a:t>
            </a:r>
            <a:pPr indent="0" marL="0">
              <a:lnSpc>
                <a:spcPts val="3600"/>
              </a:lnSpc>
              <a:buNone/>
            </a:pPr>
            <a:r>
              <a:rPr lang="en-US" sz="2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给出流畅答案
</a:t>
            </a:r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学习现实：</a:t>
            </a:r>
            <a:pPr indent="0" marL="0">
              <a:lnSpc>
                <a:spcPts val="3600"/>
              </a:lnSpc>
              <a:buNone/>
            </a:pPr>
            <a:r>
              <a:rPr lang="en-US" sz="2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替学习者说出答案 ≠ 学习者已经学会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5E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是什么：面向大模型与 RAG 入门知识学习的本机学习原型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给谁用：学习大模型与 RAG 入门知识的大学生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核心创新："讲解通关"——学习后先自己解释，再接受客观题验收，留下可回看和复习的记录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5E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在哪一步不可替代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第一层：本地七项完整性筛查（规则引擎）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过滤空泛、重复关键词的无效讲解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边界：启发式检查，不保证语义正确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第二层：可选 AI 结构化复评（deepseek-flash）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评估讲解的完整性、准确性和逻辑性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边界：失败时明确降级，不自动通关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303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数据：21 组双盲测试准确率 90.4762%（TP8/FP0/TN11/FN2），零假阳性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5E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对齐评分表：我们在挣哪几分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创新性 (30分)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讲解通关机制——强制学习者自己解释+双重验收+可复查记录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 (30分)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 本机服务+SQLite/Turso 双模式+七项筛查+AI 复评+真机可演示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实用价值 (20分)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0" y="3291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 AI 课程实践包+教师减少重复判断+学生修订反馈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用户体验 (10分)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鲸鱼娘陪伴+错题记录+复习安排+刷新恢复进度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5120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展示效果 (10分)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0040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本机可运行+真机截图+数据口径清晰+诚实边界四条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5E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学习工作台全景</a:t>
            </a:r>
            <a:endParaRPr lang="en-US" sz="3600" dirty="0"/>
          </a:p>
        </p:txBody>
      </p:sp>
      <p:pic>
        <p:nvPicPr>
          <p:cNvPr id="3" name="Image 0" descr="D:\新建文件夹\github-upload\ai-master\inputs\figs\01-workflow-desktop-comple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这张图证明：10 章节 57 节点课程结构、基础诊断入口、目标设定界面、鲸鱼娘陪伴呈现，本机可运行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5E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讲解验收：七项筛查 + AI 复评</a:t>
            </a:r>
            <a:endParaRPr lang="en-US" sz="3600" dirty="0"/>
          </a:p>
        </p:txBody>
      </p:sp>
      <p:pic>
        <p:nvPicPr>
          <p:cNvPr id="3" name="Image 0" descr="D:\新建文件夹\github-upload\ai-master\inputs\figs\02-explanation-feedba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这张图证明：学习者提交讲解后，系统先进行七项完整性筛查，配置模型后增加结构化复评，失败时明确显示反馈原因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5E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学习记录：本机存储 + 刷新恢复</a:t>
            </a:r>
            <a:endParaRPr lang="en-US" sz="3600" dirty="0"/>
          </a:p>
        </p:txBody>
      </p:sp>
      <p:pic>
        <p:nvPicPr>
          <p:cNvPr id="3" name="Image 0" descr="D:\新建文件夹\github-upload\ai-master\inputs\figs\03-learning-record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这张图证明：错题记录、复习安排和学习历史存储在本机 SQLite，刷新后可恢复进度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5E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 个课程节点的认知地图</a:t>
            </a:r>
            <a:endParaRPr lang="en-US" sz="3600" dirty="0"/>
          </a:p>
        </p:txBody>
      </p:sp>
      <p:pic>
        <p:nvPicPr>
          <p:cNvPr id="3" name="Image 0" descr="D:\新建文件夹\github-upload\ai-master\inputs\figs\04-knowledge-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这张图证明：10 章节 57 节点课程结构，Three.js 星海可视化，每个节点标明目标、任务和证据收集方式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5E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鲸鱼娘学习陪伴</a:t>
            </a:r>
            <a:endParaRPr lang="en-US" sz="3600" dirty="0"/>
          </a:p>
        </p:txBody>
      </p:sp>
      <p:pic>
        <p:nvPicPr>
          <p:cNvPr id="3" name="Image 0" descr="D:\新建文件夹\github-upload\ai-master\inputs\figs\05-whale-compan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这张图证明：鲸鱼娘响应学习状态提供陪伴反馈，提升学习坚持度（注：保留第三方原形象，上游素材禁商用）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5E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个核心模块通关进度</a:t>
            </a:r>
            <a:endParaRPr lang="en-US" sz="3600" dirty="0"/>
          </a:p>
        </p:txBody>
      </p:sp>
      <p:pic>
        <p:nvPicPr>
          <p:cNvPr id="3" name="Image 0" descr="D:\新建文件夹\github-upload\ai-master\inputs\figs\06-progress-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这张图证明：7 个核心模块进入重点通关流程，进度可视化追踪，刷新后恢复状态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5E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前端：静态课程 + Three.js 星海 + Electron 入口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服务端：Node.js 本机服务 + 七项筛查规则 + AI 复评接口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数据库：SQLite（本地）+ Turso（远程持久化）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关键：所有模型密钥通过环境变量注入，代码中无硬编码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5E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自测数据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测试口径：deepseek-v4-pro（线上实际使用：deepseek-flash）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准确率：90.4762%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混淆矩阵：TP 8  |  FP 0  |  TN 11  |  FN 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零假阳性（FP = 0）——不会错误通过无效讲解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5669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测试日期：2026-09-05  |  21 组双盲测试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5E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复评准确率混淆矩阵</a:t>
            </a:r>
            <a:endParaRPr lang="en-US" sz="4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0" y="1828800"/>
          <a:ext cx="5486400" cy="27432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E5E7E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预测为正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E5E7E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预测为负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E5E7E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实际为正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E5E7E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(TP)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E5E7E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(FN)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E5E7E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实际为负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E5E7E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(FP)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400" dirty="0">
                          <a:solidFill>
                            <a:srgbClr val="E5E7E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 (TN)</a:t>
                      </a:r>
                      <a:endParaRPr lang="en-US" sz="2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E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5029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 = (TP + TN) / Total = (8 + 11) / 21 = 90.4762%</a:t>
            </a:r>
            <a:endParaRPr lang="en-US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课程覆盖范围：57 个课程节点，正文与考核覆盖情况逐项标注。不能说"五十七个知识点全部完整、全部掌握"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AI 判断能力：规则与可选模型提供练习反馈，存在误判，另设独立客观题。不能说"AI 精准判断学生真正理解"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素材版权：代码 MIT，但 dsh-pet 素材上游 README 写明禁止商用。不能声称"所有素材 MIT，可放心商用"或"原创鲸鱼娘"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937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效果数据：尚无本项目教育效果数据，已有研究计划。不能说"学习效果提高某个百分比"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5E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应用前景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 B 端（主路径）：7 个核心模块课程实践包，按院系或课程授权年费制（待验证）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 B 端（次路径）：定制课程任务 + 私有部署方案 + 企业内部知识库 RAG 实验环境（规划中）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端长尾：MIT 代码核心 + 本地练习 + 免费核心 + 付费内容/部署/支持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当前状态：无已签客户、无真实营收，待验证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5E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验证计划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可用性验证：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学生能否独立完成任务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能否理解反馈并找到复习入口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通过试点观察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0" y="16459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效果验证：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相同内容、相同学习时间下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讲解通关是否改善迁移任务与延迟测验表现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需要前测、平行题、盲评和预先确定的分析方案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当前状态：尚无教育效果数据，已有研究计划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5E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团队分工与合规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资产边界：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已有基础：原有课程、Three.js 星海、Electron 入口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本次工作：组织讲解、确定判题、持久记录，形成可检查的学习流程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第三方资产：鲸鱼娘（保留上游来源，代码 MIT 但素材禁商用）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合规声明：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所有模型密钥通过环境变量注入，代码中无硬编码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学习记录可存本机 SQLite 或远程 Turso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开启远程模型后相关输入会发往服务商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商业化需要先完成素材授权核查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5E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核心总结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创新点：讲解通关机制——自己解释 + 双重验收 + 可复查记录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技术实现：本机可演示，Node.js + SQLite/Turso，七项筛查 + AI 复评，准确率 90.4762%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诚实边界：57 节点逐项标注，AI 存在误判，素材禁商用，无效果数据</a:t>
            </a:r>
            <a:endParaRPr lang="en-US" sz="3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35E1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请评委检验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1828800" y="32004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讲解是否真的被检查</a:t>
            </a:r>
            <a:endParaRPr lang="en-US" sz="2600" dirty="0"/>
          </a:p>
          <a:p>
            <a:pPr algn="ctr" indent="0" marL="0">
              <a:lnSpc>
                <a:spcPts val="360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客观题是否独立验收</a:t>
            </a:r>
            <a:endParaRPr lang="en-US" sz="2600" dirty="0"/>
          </a:p>
          <a:p>
            <a:pPr algn="ctr" indent="0" marL="0">
              <a:lnSpc>
                <a:spcPts val="360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记录是否真实保存</a:t>
            </a:r>
            <a:endParaRPr lang="en-US" sz="2600" dirty="0"/>
          </a:p>
          <a:p>
            <a:pPr algn="ctr" indent="0" marL="0">
              <a:lnSpc>
                <a:spcPts val="3600"/>
              </a:lnSpc>
              <a:buNone/>
            </a:pPr>
            <a:r>
              <a:rPr lang="en-US" sz="26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学习者能否根据反馈继续练习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5486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Master —— 让 AI 学习从"替你说"变成"你真的会"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2026-09-14T12:20:11Z</dcterms:created>
  <dcterms:modified xsi:type="dcterms:W3CDTF">2026-09-14T12:20:11Z</dcterms:modified>
</cp:coreProperties>
</file>